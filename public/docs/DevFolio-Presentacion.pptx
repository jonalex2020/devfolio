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7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18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6357A">
              <a:alpha val="60000"/>
            </a:srgbClr>
          </a:solidFill>
          <a:ln w="12700">
            <a:solidFill>
              <a:srgbClr val="2635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DevFolio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Profesional Administrable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2004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Jonny Alexander Merida Segura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Carné: 130602009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4480560"/>
            <a:ext cx="0" cy="0"/>
          </a:xfrm>
          <a:prstGeom prst="roundRect">
            <a:avLst>
              <a:gd name="adj" fmla="val Infinity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88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DevFolio y sus objetivos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48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servicios y flujo de datos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566928" y="29718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355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completo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566928" y="39319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968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pública y panel administrativo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818888" y="10515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1088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435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Firestore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0" name="Shape 28"/>
          <p:cNvSpPr/>
          <p:nvPr/>
        </p:nvSpPr>
        <p:spPr>
          <a:xfrm>
            <a:off x="4709160" y="201168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4818888" y="20116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2048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Seguridad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+ 2FA académico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97180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5" name="Shape 33"/>
          <p:cNvSpPr/>
          <p:nvPr/>
        </p:nvSpPr>
        <p:spPr>
          <a:xfrm>
            <a:off x="4709160" y="297180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Text 34"/>
          <p:cNvSpPr/>
          <p:nvPr/>
        </p:nvSpPr>
        <p:spPr>
          <a:xfrm>
            <a:off x="4818888" y="29718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57800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CI/CD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355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Vercel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9319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0" name="Shape 38"/>
          <p:cNvSpPr/>
          <p:nvPr/>
        </p:nvSpPr>
        <p:spPr>
          <a:xfrm>
            <a:off x="4709160" y="3931920"/>
            <a:ext cx="54864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1" name="Text 39"/>
          <p:cNvSpPr/>
          <p:nvPr/>
        </p:nvSpPr>
        <p:spPr>
          <a:xfrm>
            <a:off x="4818888" y="39319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57800" y="3968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aprendizajes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DevFolio?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3474720"/>
          </a:xfrm>
          <a:prstGeom prst="rect">
            <a:avLst/>
          </a:prstGeom>
          <a:solidFill>
            <a:srgbClr val="26357A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DevFolio es una aplicación web de portafolio profesional administrable, desarrollada como proyecto académico que integra tecnologías modernas de desarrollo frontend con servicios en la nube.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competencias en desarrollo frontend moderno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servicios cloud (Firebase) de forma real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y rutas protegidas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contenido dinámico mediante CRUD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automatizado con CI/CD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12080" y="1005840"/>
            <a:ext cx="3520440" cy="1554480"/>
          </a:xfrm>
          <a:prstGeom prst="rect">
            <a:avLst/>
          </a:prstGeom>
          <a:solidFill>
            <a:srgbClr val="26357A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352044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53492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Pública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visible para cualquier visitante. Muestra información técnica, académica y profesional.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834640"/>
            <a:ext cx="3520440" cy="1554480"/>
          </a:xfrm>
          <a:prstGeom prst="rect">
            <a:avLst/>
          </a:prstGeom>
          <a:solidFill>
            <a:srgbClr val="26357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5212080" y="2834640"/>
            <a:ext cx="35204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5349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privado protegido por autenticación y 2FA. Gestión dinámica del contenido sin tocar el código.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640080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481328" y="9601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Navegador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37760" y="960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Safari, Edge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0" y="143560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517904"/>
            <a:ext cx="6400800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481328" y="15179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0" y="15179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199339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2075688"/>
            <a:ext cx="64008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481328" y="20756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Rutas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0756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AppRoutes.jsx · PrivateRoute.jsx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5511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71600" y="2633472"/>
            <a:ext cx="64008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481328" y="2633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Autenticación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6334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· Firebase Auth · 2FA académico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10896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71600" y="3191256"/>
            <a:ext cx="64008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481328" y="31912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1912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firestore.service.js · CRUD genérico + proyectos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36667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71600" y="3749040"/>
            <a:ext cx="64008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1481328" y="37490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NoSQL · Authentication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422452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71600" y="4306824"/>
            <a:ext cx="640080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1481328" y="43068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43068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 desde GitHub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UI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reutilizables, SPA, navegación interna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9601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260604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1709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rápido, HMR, compilación optimizada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19202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1709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utilitarias, dark/light mode, responsive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9601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690372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170992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seguro, gestión de sesiones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572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cloud, colecciones dinámicas, CRUD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0" name="Shape 28"/>
          <p:cNvSpPr/>
          <p:nvPr/>
        </p:nvSpPr>
        <p:spPr>
          <a:xfrm>
            <a:off x="2514600" y="2926080"/>
            <a:ext cx="1920240" cy="6400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26060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36758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Repositorio, historial, trigger CI/CD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Text 34"/>
          <p:cNvSpPr/>
          <p:nvPr/>
        </p:nvSpPr>
        <p:spPr>
          <a:xfrm>
            <a:off x="47548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CI/CD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6758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automático desde rama principal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0" name="Shape 38"/>
          <p:cNvSpPr/>
          <p:nvPr/>
        </p:nvSpPr>
        <p:spPr>
          <a:xfrm>
            <a:off x="6812280" y="2926080"/>
            <a:ext cx="19202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1" name="Text 39"/>
          <p:cNvSpPr/>
          <p:nvPr/>
        </p:nvSpPr>
        <p:spPr>
          <a:xfrm>
            <a:off x="69037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0372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03720" y="36758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públicas y privadas, SPA routing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86200"/>
          </a:xfrm>
          <a:prstGeom prst="rect">
            <a:avLst/>
          </a:prstGeom>
          <a:solidFill>
            <a:srgbClr val="26357A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Landing Page Pública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(nombre, cargo, CTA)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descripción profesional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y Experiencia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Habilidades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links y stack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e Idiomas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GitHub integrada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Contacto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/ oscuro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100% responsive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886200"/>
          </a:xfrm>
          <a:prstGeom prst="rect">
            <a:avLst/>
          </a:prstGeom>
          <a:solidFill>
            <a:srgbClr val="26357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Panel Administrativo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Firebase Authentication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2FA (segundo factor)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 (PrivateRoute)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Proyectos — formulario propio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genérico — 6 colecciones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sitio (siteConfig)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 con limpieza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sesión visible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automática por rol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sin tocar código fuente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Base de Datos — Firestore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68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30352" y="1014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siteConfig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362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displayName, headline, bio, email, githubUser, location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873752" y="1014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362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type, status, repoUrl, techStack, isPrivate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365760" y="198424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30352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386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label, description, items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98424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4709160" y="1984248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4873752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386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title, institution, location, areas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365760" y="3008376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530352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role, organization, period, responsibilities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008376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4709160" y="3008376"/>
            <a:ext cx="6400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873752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issuer, status, topics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Shape 27"/>
          <p:cNvSpPr/>
          <p:nvPr/>
        </p:nvSpPr>
        <p:spPr>
          <a:xfrm>
            <a:off x="365760" y="4032504"/>
            <a:ext cx="64008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530352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softSkills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4434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label, description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4032504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3" name="Shape 31"/>
          <p:cNvSpPr/>
          <p:nvPr/>
        </p:nvSpPr>
        <p:spPr>
          <a:xfrm>
            <a:off x="4709160" y="4032504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4873752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73752" y="4434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level, description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Seguridad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2768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600200" cy="2606040"/>
          </a:xfrm>
          <a:prstGeom prst="rect">
            <a:avLst/>
          </a:prstGeom>
          <a:solidFill>
            <a:srgbClr val="26357A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347472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26771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ingresa email y contraseña en /admin/login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2496312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93392" y="1783080"/>
            <a:ext cx="1600200" cy="2606040"/>
          </a:xfrm>
          <a:prstGeom prst="rect">
            <a:avLst/>
          </a:prstGeom>
          <a:solidFill>
            <a:srgbClr val="26357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2066544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26771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loginAdmin() valida credenciales en Firebase Authentication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15384" y="100584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215384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10912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12464" y="1783080"/>
            <a:ext cx="1600200" cy="2606040"/>
          </a:xfrm>
          <a:prstGeom prst="rect">
            <a:avLst/>
          </a:prstGeom>
          <a:solidFill>
            <a:srgbClr val="26357A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3785616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Académico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226771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 a /admin/verify-2fa. Estado guardado en sessionStorage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34456" y="100584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5934456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9984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31536" y="1783080"/>
            <a:ext cx="1600200" cy="2606040"/>
          </a:xfrm>
          <a:prstGeom prst="rect">
            <a:avLst/>
          </a:prstGeom>
          <a:solidFill>
            <a:srgbClr val="26357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5504688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PrivateRoute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226771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usuario autenticado + 2FA completado + carga lista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53528" y="1005840"/>
            <a:ext cx="640080" cy="6400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7653528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50608" y="1783080"/>
            <a:ext cx="1600200" cy="2606040"/>
          </a:xfrm>
          <a:prstGeom prst="rect">
            <a:avLst/>
          </a:prstGeom>
          <a:solidFill>
            <a:srgbClr val="26357A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72237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267712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panel completo con gestión de contenido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26357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502920" y="4325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Mejora recomendada: Restringir escritura en Firestore al UID específico del administrador (allow write: if request.auth.uid == 'UID_ADMIN')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CI/CD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6596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8EF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214884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8EF7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100584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384048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4924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8EF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32120" y="100584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553212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Auto-detect push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4088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8EF7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1005840"/>
            <a:ext cx="1508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722376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B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devfolio.vercel.app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393192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5943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— Config SPA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"rewrites":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"source": "/(.*)",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"destination": "/index.html"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60604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64008" cy="21945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480060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necesario?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090672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SPA manejan las rutas internamente con React Router. Sin esta configuración, un acceso directo a /admin/dashboard retorna error 404 porque Vercel busca un archivo físico que no existe.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rewrite redirige toda petición a index.html, permitiendo que React Router tome el control.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Genérico — Reutilización de Lógica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3886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GenericCrudPage.jsx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componente que administra 6 colecciones diferentes sin duplicar código. Recibe la URL y determina qué módulo renderizar mediante el objeto de configuración MODULES.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administradas: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softSkills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Técnica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4475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este enfoque, se necesitarían 6 páginas separadas con lógica idéntica. GenericCrudPage.jsx reduce el código repetido y centraliza el mantenimiento.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campos soportados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33649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216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texto simple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3822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textarea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3822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largo / multilinea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4279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separados por coma o salto de línea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Aprendizajes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Arquitectura SPA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real de componentes reutilizables, rutas protegidas y estado global con Context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228600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800600" y="228600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Servicios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práctico de Firebase Authentication y Firestore como BaaS completo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Autenticación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login seguro, segundo factor académico y protección de rutas privadas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800600" y="96012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1051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Genérico Reutilizable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1417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componentes escalables que eliminan código duplicado y facilitan el mantenimiento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Vercel +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automatizado: cada push a main genera un nuevo deployment en producción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023360" cy="1143000"/>
          </a:xfrm>
          <a:prstGeom prst="rect">
            <a:avLst/>
          </a:prstGeom>
          <a:solidFill>
            <a:srgbClr val="26357A"/>
          </a:solidFill>
          <a:ln w="12700">
            <a:solidFill>
              <a:srgbClr val="7EB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800600" y="361188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033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UX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4069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móvil, tablet y escritorio con modo claro/oscuro persistente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26357A">
              <a:alpha val="60000"/>
            </a:srgbClr>
          </a:solidFill>
          <a:ln w="12700">
            <a:solidFill>
              <a:srgbClr val="2635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DevFolio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Profesional Administrable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329184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Jonny Alexander Merida Segura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906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Carné: 130602009  ·  Ingeniería </a:t>
            </a: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Sistemas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Desarrollo Web – 7mo Semestre</a:t>
            </a:r>
          </a:p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Ing. Luis Gomez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1430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2306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Vite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3182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TailwindCSS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058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Firebase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4934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Vercel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58100" y="4663440"/>
            <a:ext cx="1371600" cy="256032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GitHub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1003</Words>
  <Application>Microsoft Macintosh PowerPoint</Application>
  <PresentationFormat>Presentación en pantalla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DevFolio - Presentación Técnica</dc:title>
  <dc:subject>PptxGenJS Presentation</dc:subject>
  <dc:creator>Jonny Alexander Merida Segura</dc:creator>
  <cp:lastModifiedBy>Jonalex Mérida</cp:lastModifiedBy>
  <cp:revision>5</cp:revision>
  <dcterms:created xsi:type="dcterms:W3CDTF">2026-06-03T23:54:16Z</dcterms:created>
  <dcterms:modified xsi:type="dcterms:W3CDTF">2026-06-04T01:22:57Z</dcterms:modified>
</cp:coreProperties>
</file>